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Sales Intelligence Agent</a:t>
            </a:r>
          </a:p>
          <a:p>
            <a:pPr>
              <a:defRPr sz="1800"/>
            </a:pPr>
            <a:r>
              <a:t>AI-Powered Sales Research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User</a:t>
            </a:r>
          </a:p>
          <a:p>
            <a:r>
              <a:t>Sales Rep / Analyst</a:t>
            </a:r>
          </a:p>
          <a:p>
            <a:r>
              <a:t>Enters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 UI</a:t>
            </a:r>
          </a:p>
          <a:p>
            <a:r>
              <a:t>Select:</a:t>
            </a:r>
          </a:p>
          <a:p>
            <a:r>
              <a:t>Company / News /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Tool Selection</a:t>
            </a:r>
          </a:p>
          <a:p>
            <a:r>
              <a:t>Optimized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Live Web Search</a:t>
            </a:r>
          </a:p>
          <a:p>
            <a:r>
              <a:t>Real-time Data</a:t>
            </a:r>
          </a:p>
          <a:p>
            <a:r>
              <a:t>(Serper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AI Summarization</a:t>
            </a:r>
          </a:p>
          <a:p>
            <a:r>
              <a:t>Azure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554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Final Insights</a:t>
            </a:r>
          </a:p>
          <a:p>
            <a:r>
              <a:t>Bullets +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